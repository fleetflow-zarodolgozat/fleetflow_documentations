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Medium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  <p:embeddedFont>
      <p:font typeface="Urbanist" panose="020B0604020202020204" charset="-18"/>
      <p:regular r:id="rId23"/>
      <p:bold r:id="rId24"/>
      <p:italic r:id="rId25"/>
      <p:boldItalic r:id="rId26"/>
    </p:embeddedFont>
    <p:embeddedFont>
      <p:font typeface="Urbanist Medium" panose="020B0604020202020204" charset="-18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509962" y="1504057"/>
            <a:ext cx="5172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EFF9A"/>
                </a:solidFill>
                <a:latin typeface="Inter Medium"/>
                <a:ea typeface="Inter Medium"/>
                <a:cs typeface="Inter Medium"/>
                <a:sym typeface="Inter Medium"/>
              </a:rPr>
              <a:t>GYŐRI SZC JEDLIK ÁNYOS TECHNIKUM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4115752" y="1980307"/>
            <a:ext cx="3960495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FLEET</a:t>
            </a:r>
            <a:r>
              <a:rPr lang="en-US" sz="54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FLOW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300412" y="2877442"/>
            <a:ext cx="55911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Modern Flottakezelő Rendszer – Záródolgozat 2026</a:t>
            </a:r>
            <a:endParaRPr dirty="0"/>
          </a:p>
        </p:txBody>
      </p:sp>
      <p:sp>
        <p:nvSpPr>
          <p:cNvPr id="88" name="Google Shape;88;p13"/>
          <p:cNvSpPr/>
          <p:nvPr/>
        </p:nvSpPr>
        <p:spPr>
          <a:xfrm>
            <a:off x="5243512" y="4210942"/>
            <a:ext cx="19050" cy="1333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947987" y="4363342"/>
            <a:ext cx="19145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Készítették: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2897717" y="4782442"/>
            <a:ext cx="196479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Ress Dominik Ferenc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Varga </a:t>
            </a:r>
            <a:r>
              <a:rPr lang="hu-HU" sz="150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Vendel</a:t>
            </a:r>
            <a:endParaRPr lang="hu-HU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5643562" y="4363342"/>
            <a:ext cx="36004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Szak: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5643562" y="4782442"/>
            <a:ext cx="3600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50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Szoftverfejlesztő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és-tesztelő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technikus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07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1819275"/>
            <a:ext cx="52387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Digitális megoldás a modern </a:t>
            </a:r>
            <a:r>
              <a:rPr lang="en-US" sz="19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flottakezelés</a:t>
            </a:r>
            <a:r>
              <a:rPr lang="en-US" sz="19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kihívásaira.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02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952500" y="275272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papíralapú és elavult táblázatos nyilvántartások teljes kiváltása.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361950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Központosított adminisztrációs felület a flottavezetők számára.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448627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Natív élményt nyújtó mobil alkalmazás a sofőrök napi munkájához.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2500" y="535305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Hatékonyságnövelés automatizált statisztikákkal és értesítésekkel.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752725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3619500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4486275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5353050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PROJEKT LEÍRÁS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4587"/>
            <a:ext cx="523875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414587"/>
            <a:ext cx="523875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962025" y="2805112"/>
            <a:ext cx="46805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RESS DOMINIK FERENC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62025" y="3214687"/>
            <a:ext cx="4457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Felelősségi körök: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772275" y="2805112"/>
            <a:ext cx="46805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VARGA VENDEL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772275" y="3214687"/>
            <a:ext cx="4457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Felelősségi körök: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824162"/>
            <a:ext cx="2286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62025" y="3690937"/>
            <a:ext cx="4457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ASP.NET Core 10 Backend (API) fejlesztés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62025" y="3976687"/>
            <a:ext cx="4457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.NET MAUI Mobil alkalmazás implementáció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62025" y="4262437"/>
            <a:ext cx="4457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Adatbázis séma tervezés (MySQL)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62025" y="4548187"/>
            <a:ext cx="4457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CI/CD folyamatok és Kubernetes Deployment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824162"/>
            <a:ext cx="2286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6772275" y="3690937"/>
            <a:ext cx="4457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React 19 Webes Frontend fejlesztés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772275" y="3976687"/>
            <a:ext cx="4457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UI/UX design és reszponzív felület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772275" y="4262437"/>
            <a:ext cx="4457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Adatbázis séma közös tervezése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772275" y="4548187"/>
            <a:ext cx="4457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Cypress End-to-End tesztelés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 FEJLESZTŐ CSAPAT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47900"/>
            <a:ext cx="3492549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47900"/>
            <a:ext cx="3492549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47900"/>
            <a:ext cx="3492549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431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866775" y="32575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BACKEND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66775" y="3914775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ASP.NET Core 10 (C#)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Entity Framework Core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MySQL 8.0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Adatbázis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JWT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Hitelesítés</a:t>
            </a:r>
            <a:endParaRPr dirty="0"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5431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4645074" y="32575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KLIENSEK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4645074" y="3914775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Mobil: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.NET MAUI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 dirty="0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Web: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React 19 +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Vite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Bootstrap 5 UI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Community Toolkit MVVM</a:t>
            </a:r>
            <a:endParaRPr dirty="0"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5431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8423374" y="325755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INFRASTRUKTÚRA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423374" y="3914775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Docker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konténerizáció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Kubernetes (Nginx Ingress)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GitHub Actions CI/CD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Jedlik Cloud Hosting</a:t>
            </a:r>
            <a:endParaRPr dirty="0"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9175" y="26955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30812" y="269557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42436" y="269557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TECHNOLÓGIAI HÁTTÉR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47950"/>
            <a:ext cx="5238750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6677025" y="2943225"/>
            <a:ext cx="488061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BIZTONSÁGI MEGOLDÁSOK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677025" y="3324225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BCrypt alapú jelszótitkosítás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677025" y="3705225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Szerepkör alapú (RBAC) jogosultságkezelés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677025" y="4086225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Biztonságos JWT token tárolás SecureStorage-ban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677025" y="4467225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Soft delete mechanizmus az adatok védelméért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52500" y="180498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Útnyilvántartás: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Automatikus km-óra kalkuláció és előzmények kezelése.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52500" y="2671762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Üzemanyag-napló: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Tankolási bizonylatok fotózása és feltöltése mobilon.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52500" y="353853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Szervizkezelés: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Digitális szervizigények teljes életciklusa a kéréstől a lezárásig.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52500" y="4405312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Értesítések: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Valós idejű rendszerértesítések fontos eseményekről.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52500" y="527208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Statisztika: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Összesített riportok a flotta költségeiről és kihasználtságáról.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71500" y="1804987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2671762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71500" y="3538537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71500" y="4405312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571500" y="5272087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FŐBB FUNKCIÓK ÉS MODULOK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571500" y="571500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MODERN DEVOPS</a:t>
            </a:r>
            <a:endParaRPr/>
          </a:p>
        </p:txBody>
      </p:sp>
      <p:pic>
        <p:nvPicPr>
          <p:cNvPr id="185" name="Google Shape;18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71500" y="169545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professzionális szoftverfejlesztési életciklus biztosítása.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52500" y="2628900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CI/CD Pipeline: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Automatikus Build, Tesztelés és Deploy minden feltöltés után.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952500" y="3495675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Konténerizáció: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Egységes környezet Docker-rel minden rétegben.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952500" y="4362450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Skálázhatóság: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Kubernetes orchestráció a nagy terhelhetőségért.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952500" y="5229225"/>
            <a:ext cx="4572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Tesztelés: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xUnit (Backend) és Cypress (Frontend) automatizált tesztek.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571500" y="2628900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571500" y="3495675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571500" y="4362450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571500" y="5229225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1250"/>
            <a:ext cx="110490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295275" y="190500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KÉRDÉSEK?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15049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Köszönjük a megtisztelő figyelmet!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3524250" y="2867025"/>
            <a:ext cx="2590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Ress Dominik Ferenc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3524250" y="3343275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github.com/FleetFlow-Zarodolgozat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686550" y="2867025"/>
            <a:ext cx="1981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Varga Vendel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686550" y="3343275"/>
            <a:ext cx="1981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fleetflow.jcloud.jedlik.cloud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/>
          <p:nvPr/>
        </p:nvSpPr>
        <p:spPr>
          <a:xfrm>
            <a:off x="571500" y="31289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71500" y="3890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71500" y="3890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71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666875" y="32789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https://www.slideteam.net/wp/wp-content/uploads/2024/11/fleet-management-system-kpi-dashboard.png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666875" y="35123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www.slideteam.net</a:t>
            </a:r>
            <a:endParaRPr/>
          </a:p>
        </p:txBody>
      </p:sp>
      <p:pic>
        <p:nvPicPr>
          <p:cNvPr id="218" name="Google Shape;21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43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1666875" y="40505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https://www.clickittech.com/wp-content/uploads/2022/04/Kubernetes-Architecture-Diagram.png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666875" y="42838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www.clickittech.com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418</Words>
  <Application>Microsoft Office PowerPoint</Application>
  <PresentationFormat>Szélesvásznú</PresentationFormat>
  <Paragraphs>74</Paragraphs>
  <Slides>8</Slides>
  <Notes>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6" baseType="lpstr">
      <vt:lpstr>Inter Medium</vt:lpstr>
      <vt:lpstr>Inter</vt:lpstr>
      <vt:lpstr>Urbanist</vt:lpstr>
      <vt:lpstr>Urbanist Medium</vt:lpstr>
      <vt:lpstr>Inter SemiBold</vt:lpstr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FleetFlow bemutató</dc:title>
  <dc:creator>doma</dc:creator>
  <cp:lastModifiedBy>Domi Ress</cp:lastModifiedBy>
  <cp:revision>1</cp:revision>
  <dcterms:modified xsi:type="dcterms:W3CDTF">2026-05-27T08:42:57Z</dcterms:modified>
</cp:coreProperties>
</file>